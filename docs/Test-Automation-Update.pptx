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Outcome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0B981"/>
              </a:solidFill>
              <a:ln w="127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F59E0B"/>
              </a:solidFill>
              <a:ln w="127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Passed</c:v>
                </c:pt>
                <c:pt idx="1">
                  <c:v>Failed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747</c:v>
                </c:pt>
                <c:pt idx="1">
                  <c:v>249</c:v>
                </c:pt>
              </c:numCache>
            </c:numRef>
          </c:val>
        </c:ser>
        <c:firstSliceAng val="0"/>
        <c:holeSize val="60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1430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Automation Update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365760" y="713232"/>
            <a:ext cx="11430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OBT only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65760" y="1051560"/>
            <a:ext cx="1143000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1234440"/>
            <a:ext cx="2754630" cy="1051560"/>
          </a:xfrm>
          <a:prstGeom prst="roundRect">
            <a:avLst>
              <a:gd name="adj" fmla="val 8696"/>
            </a:avLst>
          </a:prstGeom>
          <a:solidFill>
            <a:srgbClr val="D1FAE5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1298448"/>
            <a:ext cx="275463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75%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365760" y="1856232"/>
            <a:ext cx="275463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Passing rate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57550" y="1234440"/>
            <a:ext cx="2754630" cy="1051560"/>
          </a:xfrm>
          <a:prstGeom prst="roundRect">
            <a:avLst>
              <a:gd name="adj" fmla="val 8696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57550" y="1298448"/>
            <a:ext cx="275463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996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257550" y="1856232"/>
            <a:ext cx="275463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running daily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149340" y="1234440"/>
            <a:ext cx="275463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149340" y="1298448"/>
            <a:ext cx="275463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2h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149340" y="1856232"/>
            <a:ext cx="275463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total duration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41130" y="1234440"/>
            <a:ext cx="275463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041130" y="1298448"/>
            <a:ext cx="275463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041130" y="1856232"/>
            <a:ext cx="275463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Blocked (outside the run)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65760" y="2487168"/>
            <a:ext cx="5760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by domain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365760" y="2880360"/>
            <a:ext cx="14630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Flights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1874520" y="2926080"/>
            <a:ext cx="2926080" cy="237744"/>
          </a:xfrm>
          <a:prstGeom prst="roundRect">
            <a:avLst>
              <a:gd name="adj" fmla="val 19231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874520" y="2926080"/>
            <a:ext cx="1216262" cy="237744"/>
          </a:xfrm>
          <a:prstGeom prst="roundRect">
            <a:avLst>
              <a:gd name="adj" fmla="val 19231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92040" y="2880360"/>
            <a:ext cx="548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414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486400" y="2880360"/>
            <a:ext cx="548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41%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65760" y="3611880"/>
            <a:ext cx="14630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Hotels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1874520" y="3657600"/>
            <a:ext cx="2926080" cy="237744"/>
          </a:xfrm>
          <a:prstGeom prst="roundRect">
            <a:avLst>
              <a:gd name="adj" fmla="val 19231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874520" y="3657600"/>
            <a:ext cx="370167" cy="237744"/>
          </a:xfrm>
          <a:prstGeom prst="roundRect">
            <a:avLst>
              <a:gd name="adj" fmla="val 19231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92040" y="3611880"/>
            <a:ext cx="548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126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486400" y="3611880"/>
            <a:ext cx="548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13%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365760" y="4343400"/>
            <a:ext cx="14630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Shell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1874520" y="4389120"/>
            <a:ext cx="2926080" cy="237744"/>
          </a:xfrm>
          <a:prstGeom prst="roundRect">
            <a:avLst>
              <a:gd name="adj" fmla="val 19231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874520" y="4389120"/>
            <a:ext cx="705080" cy="237744"/>
          </a:xfrm>
          <a:prstGeom prst="roundRect">
            <a:avLst>
              <a:gd name="adj" fmla="val 19231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892040" y="4343400"/>
            <a:ext cx="548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240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5486400" y="4343400"/>
            <a:ext cx="548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24%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365760" y="5074920"/>
            <a:ext cx="14630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Transportation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1874520" y="5120640"/>
            <a:ext cx="2926080" cy="237744"/>
          </a:xfrm>
          <a:prstGeom prst="roundRect">
            <a:avLst>
              <a:gd name="adj" fmla="val 19231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874520" y="5120640"/>
            <a:ext cx="634572" cy="237744"/>
          </a:xfrm>
          <a:prstGeom prst="roundRect">
            <a:avLst>
              <a:gd name="adj" fmla="val 19231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892040" y="5074920"/>
            <a:ext cx="548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216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5486400" y="5074920"/>
            <a:ext cx="548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22%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65760" y="5861304"/>
            <a:ext cx="576072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5934456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1874520" y="5934456"/>
            <a:ext cx="3566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996 tests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6355080" y="2514600"/>
            <a:ext cx="0" cy="370332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675120" y="2487168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outcome</a:t>
            </a:r>
            <a:endParaRPr lang="en-US" sz="1400" dirty="0"/>
          </a:p>
        </p:txBody>
      </p:sp>
      <p:graphicFrame>
        <p:nvGraphicFramePr>
          <p:cNvPr id="43" name="Chart 0" descr=""/>
          <p:cNvGraphicFramePr/>
          <p:nvPr/>
        </p:nvGraphicFramePr>
        <p:xfrm>
          <a:off x="6537960" y="2743200"/>
          <a:ext cx="2286000" cy="1828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4" name="Text 41"/>
          <p:cNvSpPr/>
          <p:nvPr/>
        </p:nvSpPr>
        <p:spPr>
          <a:xfrm>
            <a:off x="7155180" y="3429000"/>
            <a:ext cx="1051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75%</a:t>
            </a:r>
            <a:endParaRPr lang="en-US" sz="2000" dirty="0"/>
          </a:p>
        </p:txBody>
      </p:sp>
      <p:sp>
        <p:nvSpPr>
          <p:cNvPr id="45" name="Shape 42"/>
          <p:cNvSpPr/>
          <p:nvPr/>
        </p:nvSpPr>
        <p:spPr>
          <a:xfrm>
            <a:off x="8961120" y="3300984"/>
            <a:ext cx="164592" cy="16459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9189720" y="3246120"/>
            <a:ext cx="2606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Passed  —  747 tests</a:t>
            </a:r>
            <a:endParaRPr lang="en-US" sz="1100" dirty="0"/>
          </a:p>
        </p:txBody>
      </p:sp>
      <p:sp>
        <p:nvSpPr>
          <p:cNvPr id="47" name="Shape 44"/>
          <p:cNvSpPr/>
          <p:nvPr/>
        </p:nvSpPr>
        <p:spPr>
          <a:xfrm>
            <a:off x="8961120" y="3685032"/>
            <a:ext cx="164592" cy="16459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9189720" y="3630168"/>
            <a:ext cx="2606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Failed  —  249 tests</a:t>
            </a:r>
            <a:endParaRPr lang="en-US" sz="1100" dirty="0"/>
          </a:p>
        </p:txBody>
      </p:sp>
      <p:sp>
        <p:nvSpPr>
          <p:cNvPr id="49" name="Text 46"/>
          <p:cNvSpPr/>
          <p:nvPr/>
        </p:nvSpPr>
        <p:spPr>
          <a:xfrm>
            <a:off x="8961120" y="4041648"/>
            <a:ext cx="2834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Passing rate depends on supplier availability, environment speed and administration.</a:t>
            </a:r>
            <a:endParaRPr lang="en-US" sz="900" dirty="0"/>
          </a:p>
        </p:txBody>
      </p:sp>
      <p:sp>
        <p:nvSpPr>
          <p:cNvPr id="50" name="Shape 47"/>
          <p:cNvSpPr/>
          <p:nvPr/>
        </p:nvSpPr>
        <p:spPr>
          <a:xfrm>
            <a:off x="6675120" y="4892040"/>
            <a:ext cx="5120640" cy="1325880"/>
          </a:xfrm>
          <a:prstGeom prst="roundRect">
            <a:avLst>
              <a:gd name="adj" fmla="val 6897"/>
            </a:avLst>
          </a:prstGeom>
          <a:solidFill>
            <a:srgbClr val="F3F4F6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6858000" y="4965192"/>
            <a:ext cx="47548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 added in Sprint 20</a:t>
            </a:r>
            <a:endParaRPr lang="en-US" sz="1400" dirty="0"/>
          </a:p>
        </p:txBody>
      </p:sp>
      <p:sp>
        <p:nvSpPr>
          <p:cNvPr id="52" name="Text 49"/>
          <p:cNvSpPr/>
          <p:nvPr/>
        </p:nvSpPr>
        <p:spPr>
          <a:xfrm>
            <a:off x="6720840" y="5312664"/>
            <a:ext cx="685800" cy="310896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130</a:t>
            </a:r>
            <a:endParaRPr lang="en-US" sz="2000" dirty="0"/>
          </a:p>
        </p:txBody>
      </p:sp>
      <p:sp>
        <p:nvSpPr>
          <p:cNvPr id="53" name="Text 50"/>
          <p:cNvSpPr/>
          <p:nvPr/>
        </p:nvSpPr>
        <p:spPr>
          <a:xfrm>
            <a:off x="7452360" y="5312664"/>
            <a:ext cx="4206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tests</a:t>
            </a:r>
            <a:endParaRPr lang="en-US" sz="1150" dirty="0"/>
          </a:p>
        </p:txBody>
      </p:sp>
      <p:sp>
        <p:nvSpPr>
          <p:cNvPr id="54" name="Text 51"/>
          <p:cNvSpPr/>
          <p:nvPr/>
        </p:nvSpPr>
        <p:spPr>
          <a:xfrm>
            <a:off x="7452360" y="5733288"/>
            <a:ext cx="4206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 </a:t>
            </a:r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Flights</a:t>
            </a:r>
            <a:pPr indent="0" marL="0">
              <a:buNone/>
            </a:pPr>
            <a:r>
              <a:rPr lang="en-US" sz="11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</a:t>
            </a:r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Hotels</a:t>
            </a:r>
            <a:pPr indent="0" marL="0">
              <a:buNone/>
            </a:pPr>
            <a:r>
              <a:rPr lang="en-US" sz="11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</a:t>
            </a:r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Transportation</a:t>
            </a:r>
            <a:pPr indent="0" marL="0">
              <a:buNone/>
            </a:pPr>
            <a:r>
              <a:rPr lang="en-US" sz="11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</a:t>
            </a:r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Shell</a:t>
            </a:r>
            <a:endParaRPr lang="en-US" sz="1100" dirty="0"/>
          </a:p>
        </p:txBody>
      </p:sp>
      <p:sp>
        <p:nvSpPr>
          <p:cNvPr id="55" name="Text 52"/>
          <p:cNvSpPr/>
          <p:nvPr/>
        </p:nvSpPr>
        <p:spPr>
          <a:xfrm>
            <a:off x="365760" y="6355080"/>
            <a:ext cx="1143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build confidence — validate stability, analyse results, expand coverage.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Test Automation Update</dc:title>
  <dc:subject>PptxGenJS Presentation</dc:subject>
  <dc:creator>PptxGenJS</dc:creator>
  <cp:lastModifiedBy>PptxGenJS</cp:lastModifiedBy>
  <cp:revision>1</cp:revision>
  <dcterms:created xsi:type="dcterms:W3CDTF">2026-10-06T08:40:10Z</dcterms:created>
  <dcterms:modified xsi:type="dcterms:W3CDTF">2026-10-06T08:40:10Z</dcterms:modified>
</cp:coreProperties>
</file>