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Outcome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Passed</c:v>
                </c:pt>
                <c:pt idx="1">
                  <c:v>Failed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726</c:v>
                </c:pt>
                <c:pt idx="1">
                  <c:v>242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Automation Update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 only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14300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34440"/>
            <a:ext cx="2754630" cy="1051560"/>
          </a:xfrm>
          <a:prstGeom prst="roundRect">
            <a:avLst>
              <a:gd name="adj" fmla="val 8696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298448"/>
            <a:ext cx="275463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1856232"/>
            <a:ext cx="27546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rate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57550" y="1234440"/>
            <a:ext cx="2754630" cy="1051560"/>
          </a:xfrm>
          <a:prstGeom prst="roundRect">
            <a:avLst>
              <a:gd name="adj" fmla="val 869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57550" y="1298448"/>
            <a:ext cx="275463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257550" y="1856232"/>
            <a:ext cx="27546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running daily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49340" y="1234440"/>
            <a:ext cx="275463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49340" y="1298448"/>
            <a:ext cx="275463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149340" y="1856232"/>
            <a:ext cx="27546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total duration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41130" y="1234440"/>
            <a:ext cx="275463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41130" y="1298448"/>
            <a:ext cx="275463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041130" y="1856232"/>
            <a:ext cx="27546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(outside the run)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248716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by domain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65760" y="28803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74520" y="2926080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74520" y="2926080"/>
            <a:ext cx="1272603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288036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0" y="288036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361188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874520" y="3657600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74520" y="3657600"/>
            <a:ext cx="411102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361188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0" y="361188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34340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874520" y="4389120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74520" y="4389120"/>
            <a:ext cx="710360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92040" y="434340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0" y="434340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50749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874520" y="5120640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874520" y="5120640"/>
            <a:ext cx="532015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507492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486400" y="507492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5760" y="5861304"/>
            <a:ext cx="576072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593445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874520" y="5934456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968 tests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355080" y="2514600"/>
            <a:ext cx="0" cy="370332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0" y="2487168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outcome</a:t>
            </a:r>
            <a:endParaRPr lang="en-US" sz="14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6537960" y="2743200"/>
          <a:ext cx="22860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4" name="Text 41"/>
          <p:cNvSpPr/>
          <p:nvPr/>
        </p:nvSpPr>
        <p:spPr>
          <a:xfrm>
            <a:off x="7155180" y="342900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8961120" y="3300984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189720" y="324612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 —  726 tests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8961120" y="3685032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189720" y="363016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 —  242 tests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8961120" y="4041648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rate depends on supplier availability, environment speed and administration.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6675120" y="4892040"/>
            <a:ext cx="5120640" cy="1325880"/>
          </a:xfrm>
          <a:prstGeom prst="roundRect">
            <a:avLst>
              <a:gd name="adj" fmla="val 6897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858000" y="496519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added in Sprint 20</a:t>
            </a:r>
            <a:endParaRPr lang="en-US" sz="1400" dirty="0"/>
          </a:p>
        </p:txBody>
      </p:sp>
      <p:sp>
        <p:nvSpPr>
          <p:cNvPr id="52" name="Text 49"/>
          <p:cNvSpPr/>
          <p:nvPr/>
        </p:nvSpPr>
        <p:spPr>
          <a:xfrm>
            <a:off x="6720840" y="5312664"/>
            <a:ext cx="685800" cy="310896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2000" dirty="0"/>
          </a:p>
        </p:txBody>
      </p:sp>
      <p:sp>
        <p:nvSpPr>
          <p:cNvPr id="53" name="Text 50"/>
          <p:cNvSpPr/>
          <p:nvPr/>
        </p:nvSpPr>
        <p:spPr>
          <a:xfrm>
            <a:off x="7452360" y="5312664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tests</a:t>
            </a:r>
            <a:endParaRPr lang="en-US" sz="1150" dirty="0"/>
          </a:p>
        </p:txBody>
      </p:sp>
      <p:sp>
        <p:nvSpPr>
          <p:cNvPr id="54" name="Text 51"/>
          <p:cNvSpPr/>
          <p:nvPr/>
        </p:nvSpPr>
        <p:spPr>
          <a:xfrm>
            <a:off x="7452360" y="573328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365760" y="635508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build confidence — validate stability, analyse results, expand coverage.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Automation Update</dc:title>
  <dc:subject>PptxGenJS Presentation</dc:subject>
  <dc:creator>PptxGenJS</dc:creator>
  <cp:lastModifiedBy>PptxGenJS</cp:lastModifiedBy>
  <cp:revision>1</cp:revision>
  <dcterms:created xsi:type="dcterms:W3CDTF">2026-10-06T11:13:38Z</dcterms:created>
  <dcterms:modified xsi:type="dcterms:W3CDTF">2026-10-06T11:13:38Z</dcterms:modified>
</cp:coreProperties>
</file>