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733</c:v>
                </c:pt>
                <c:pt idx="1">
                  <c:v>244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 only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30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754630" cy="1051560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27546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2754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7550" y="1234440"/>
            <a:ext cx="2754630" cy="1051560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7550" y="1298448"/>
            <a:ext cx="27546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57550" y="1856232"/>
            <a:ext cx="2754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running daily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9340" y="1234440"/>
            <a:ext cx="275463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9340" y="1298448"/>
            <a:ext cx="27546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49340" y="1856232"/>
            <a:ext cx="2754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 duration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41130" y="1234440"/>
            <a:ext cx="275463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1130" y="1298448"/>
            <a:ext cx="27546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41130" y="1856232"/>
            <a:ext cx="2754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(outside the run)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871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by domain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74520" y="2926080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2926080"/>
            <a:ext cx="1272860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8036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88036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74520" y="3657600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3657600"/>
            <a:ext cx="413305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118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6118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74520" y="4389120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4389120"/>
            <a:ext cx="712801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34340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434340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5074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74520" y="5120640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74520" y="5120640"/>
            <a:ext cx="527114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50749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50749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861304"/>
            <a:ext cx="576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9344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74520" y="59344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 tests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55080" y="2514600"/>
            <a:ext cx="0" cy="37033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4871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outcome</a:t>
            </a:r>
            <a:endParaRPr lang="en-US" sz="14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6537960" y="2743200"/>
          <a:ext cx="22860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Text 41"/>
          <p:cNvSpPr/>
          <p:nvPr/>
        </p:nvSpPr>
        <p:spPr>
          <a:xfrm>
            <a:off x="7155180" y="34290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8961120" y="3300984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89720" y="3246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 —  733 tests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961120" y="368503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189720" y="3630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 —  244 tests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961120" y="40416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rate depends on supplier availability, environment speed and administration.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675120" y="4892040"/>
            <a:ext cx="51206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58000" y="49651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added in Sprint 20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720840" y="5312664"/>
            <a:ext cx="68580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7452360" y="531266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tests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7452360" y="57332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confidence — validate stability, analyse results, expand coverage.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Automation Update</dc:title>
  <dc:subject>PptxGenJS Presentation</dc:subject>
  <dc:creator>PptxGenJS</dc:creator>
  <cp:lastModifiedBy>PptxGenJS</cp:lastModifiedBy>
  <cp:revision>1</cp:revision>
  <dcterms:created xsi:type="dcterms:W3CDTF">2026-10-06T12:43:19Z</dcterms:created>
  <dcterms:modified xsi:type="dcterms:W3CDTF">2026-10-06T12:43:19Z</dcterms:modified>
</cp:coreProperties>
</file>