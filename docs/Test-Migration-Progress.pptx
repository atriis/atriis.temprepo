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Sprint 9</c:v>
                  </c:pt>
                  <c:pt idx="1">
                    <c:v>Sprint 10</c:v>
                  </c:pt>
                  <c:pt idx="2">
                    <c:v>Sprint 11</c:v>
                  </c:pt>
                  <c:pt idx="3">
                    <c:v>Sprint 12</c:v>
                  </c:pt>
                  <c:pt idx="4">
                    <c:v>Sprint 13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 definitions.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499 / 739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715000" y="32004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121/133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34840" y="3447288"/>
            <a:ext cx="3078785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367588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254/254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715000" y="41513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22/148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507492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715000" y="4626864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102/204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34840" y="4873752"/>
            <a:ext cx="169164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33 tests blocked (supplier errors / known bugs / require review)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55955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577840" y="555955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79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20840" y="555955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922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8229600" y="1828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speed, and administration — reviewed regularly to stay reliable and grow coverage.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229600" y="237744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321040" y="24231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</a:t>
            </a:r>
            <a:endParaRPr lang="en-US" sz="2200" dirty="0"/>
          </a:p>
        </p:txBody>
      </p:sp>
      <p:sp>
        <p:nvSpPr>
          <p:cNvPr id="46" name="Text 43"/>
          <p:cNvSpPr/>
          <p:nvPr/>
        </p:nvSpPr>
        <p:spPr>
          <a:xfrm>
            <a:off x="9875520" y="242316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229600" y="3108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21040" y="3154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200" dirty="0"/>
          </a:p>
        </p:txBody>
      </p:sp>
      <p:sp>
        <p:nvSpPr>
          <p:cNvPr id="49" name="Text 46"/>
          <p:cNvSpPr/>
          <p:nvPr/>
        </p:nvSpPr>
        <p:spPr>
          <a:xfrm>
            <a:off x="9875520" y="315468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229600" y="384048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321040" y="38862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1h20min</a:t>
            </a:r>
            <a:endParaRPr lang="en-US" sz="2200" dirty="0"/>
          </a:p>
        </p:txBody>
      </p:sp>
      <p:sp>
        <p:nvSpPr>
          <p:cNvPr id="52" name="Text 49"/>
          <p:cNvSpPr/>
          <p:nvPr/>
        </p:nvSpPr>
        <p:spPr>
          <a:xfrm>
            <a:off x="9875520" y="38862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229600" y="4572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229600" y="48920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098280" y="493776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098280" y="4937760"/>
            <a:ext cx="1224693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1155680" y="489204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8229600" y="52395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9098280" y="528523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8280" y="5285232"/>
            <a:ext cx="486340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1155680" y="523951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100" dirty="0"/>
          </a:p>
        </p:txBody>
      </p:sp>
      <p:sp>
        <p:nvSpPr>
          <p:cNvPr id="62" name="Text 59"/>
          <p:cNvSpPr/>
          <p:nvPr/>
        </p:nvSpPr>
        <p:spPr>
          <a:xfrm>
            <a:off x="8229600" y="55869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9098280" y="56327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098280" y="5632704"/>
            <a:ext cx="132638" cy="164592"/>
          </a:xfrm>
          <a:prstGeom prst="roundRect">
            <a:avLst>
              <a:gd name="adj" fmla="val 2757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1155680" y="55869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8229600" y="59344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9098280" y="598017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098280" y="5980176"/>
            <a:ext cx="168008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1155680" y="593445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2026-07-04T07:57:29Z</dcterms:created>
  <dcterms:modified xsi:type="dcterms:W3CDTF">2026-07-04T07:57:29Z</dcterms:modified>
</cp:coreProperties>
</file>