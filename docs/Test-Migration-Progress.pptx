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9</c:v>
                  </c:pt>
                  <c:pt idx="1">
                    <c:v>10</c:v>
                  </c:pt>
                  <c:pt idx="2">
                    <c:v>11</c:v>
                  </c:pt>
                  <c:pt idx="3">
                    <c:v>12</c:v>
                  </c:pt>
                  <c:pt idx="4">
                    <c:v>13</c:v>
                  </c:pt>
                  <c:pt idx="5">
                    <c:v>14</c:v>
                  </c:pt>
                  <c:pt idx="6">
                    <c:v>15</c:v>
                  </c:pt>
                  <c:pt idx="7">
                    <c:v>16</c:v>
                  </c:pt>
                  <c:pt idx="8">
                    <c:v>17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  <c:pt idx="5">
                  <c:v>74</c:v>
                </c:pt>
                <c:pt idx="6">
                  <c:v>86</c:v>
                </c:pt>
                <c:pt idx="7">
                  <c:v>94</c:v>
                </c:pt>
                <c:pt idx="8">
                  <c:v>100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new tests created in Testim after the migration.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manual tests that can now be automated.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 the blocked tests.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test maintenance.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713 / 713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0" y="32004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299397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34237" y="3447288"/>
            <a:ext cx="83883" cy="182880"/>
          </a:xfrm>
          <a:prstGeom prst="roundRect">
            <a:avLst>
              <a:gd name="adj" fmla="val 54504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0" y="367588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15684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91680" y="3922776"/>
            <a:ext cx="22644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0" y="415137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13182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66660" y="4398264"/>
            <a:ext cx="25146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0" y="462686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2973725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8565" y="4873752"/>
            <a:ext cx="409555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54 tests blocked (supplier errors / known bugs / require review) — converted, but cannot run yet; shown in orange above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74243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696712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&amp; running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806440" y="57424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007608" y="5696712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8229600" y="16916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migrated tests, with new tests continuously being added to grow coverage. Passing rate depends on supplier availability, environment speed, and administration — reviewed regularly to stay reliable.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229600" y="2331720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21040" y="237744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772</a:t>
            </a:r>
            <a:endParaRPr lang="en-US" sz="2200" dirty="0"/>
          </a:p>
        </p:txBody>
      </p:sp>
      <p:sp>
        <p:nvSpPr>
          <p:cNvPr id="44" name="Text 41"/>
          <p:cNvSpPr/>
          <p:nvPr/>
        </p:nvSpPr>
        <p:spPr>
          <a:xfrm>
            <a:off x="9875520" y="2377440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229600" y="2990088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321040" y="303580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200" dirty="0"/>
          </a:p>
        </p:txBody>
      </p:sp>
      <p:sp>
        <p:nvSpPr>
          <p:cNvPr id="47" name="Text 44"/>
          <p:cNvSpPr/>
          <p:nvPr/>
        </p:nvSpPr>
        <p:spPr>
          <a:xfrm>
            <a:off x="9875520" y="3035808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229600" y="3648456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321040" y="369417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</a:t>
            </a:r>
            <a:endParaRPr lang="en-US" sz="2200" dirty="0"/>
          </a:p>
        </p:txBody>
      </p:sp>
      <p:sp>
        <p:nvSpPr>
          <p:cNvPr id="50" name="Text 47"/>
          <p:cNvSpPr/>
          <p:nvPr/>
        </p:nvSpPr>
        <p:spPr>
          <a:xfrm>
            <a:off x="9875520" y="3694176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8229600" y="43159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Why the run is taking longer. </a:t>
            </a:r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now run 1-2 tests at a time instead of 4, so the full run needs more time to finish. Running more at once was making the tests unstable, so for now we prefer a slower run we can trust.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29600" y="4919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29600" y="521208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372600" y="5257800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372600" y="5257800"/>
            <a:ext cx="675140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1155680" y="521208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8229600" y="55138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9372600" y="5559552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372600" y="5559552"/>
            <a:ext cx="267805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155680" y="551383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8229600" y="5815584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9372600" y="5861304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372600" y="5861304"/>
            <a:ext cx="346572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1155680" y="58155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8229600" y="6117336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9372600" y="6163056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372600" y="6163056"/>
            <a:ext cx="447843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1155680" y="611733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100" dirty="0"/>
          </a:p>
        </p:txBody>
      </p:sp>
      <p:sp>
        <p:nvSpPr>
          <p:cNvPr id="69" name="Text 66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2026-08-28T13:24:47Z</dcterms:created>
  <dcterms:modified xsi:type="dcterms:W3CDTF">2026-08-28T13:24:47Z</dcterms:modified>
</cp:coreProperties>
</file>