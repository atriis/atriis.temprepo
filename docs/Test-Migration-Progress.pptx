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Migration %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9</c:v>
                  </c:pt>
                  <c:pt idx="1">
                    <c:v>10</c:v>
                  </c:pt>
                  <c:pt idx="2">
                    <c:v>11</c:v>
                  </c:pt>
                  <c:pt idx="3">
                    <c:v>12</c:v>
                  </c:pt>
                  <c:pt idx="4">
                    <c:v>13</c:v>
                  </c:pt>
                  <c:pt idx="5">
                    <c:v>14</c:v>
                  </c:pt>
                  <c:pt idx="6">
                    <c:v>15</c:v>
                  </c:pt>
                  <c:pt idx="7">
                    <c:v>16</c:v>
                  </c:pt>
                  <c:pt idx="8">
                    <c:v>17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45</c:v>
                </c:pt>
                <c:pt idx="1">
                  <c:v>53</c:v>
                </c:pt>
                <c:pt idx="2">
                  <c:v>63</c:v>
                </c:pt>
                <c:pt idx="3">
                  <c:v>63</c:v>
                </c:pt>
                <c:pt idx="4">
                  <c:v>68</c:v>
                </c:pt>
                <c:pt idx="5">
                  <c:v>74</c:v>
                </c:pt>
                <c:pt idx="6">
                  <c:v>86</c:v>
                </c:pt>
                <c:pt idx="7">
                  <c:v>94</c:v>
                </c:pt>
                <c:pt idx="8">
                  <c:v>100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E5E7EB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Migration Progress: Testim.io → Playwright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OBT tests only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14300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2344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81912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the new tests created in Testim after the migration.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manual tests that can now be automated.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 the blocked tests.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test maintenance.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295351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Progress per Sprint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65760" y="3227832"/>
          <a:ext cx="38404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434840" y="1234440"/>
            <a:ext cx="3383280" cy="1554480"/>
          </a:xfrm>
          <a:prstGeom prst="roundRect">
            <a:avLst>
              <a:gd name="adj" fmla="val 5882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34840" y="12984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Migration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34840" y="155448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400" dirty="0"/>
          </a:p>
        </p:txBody>
      </p:sp>
      <p:sp>
        <p:nvSpPr>
          <p:cNvPr id="12" name="Text 9"/>
          <p:cNvSpPr/>
          <p:nvPr/>
        </p:nvSpPr>
        <p:spPr>
          <a:xfrm>
            <a:off x="4434840" y="2423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719 / 719 tests migrated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434840" y="28346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Breakdown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34840" y="32004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669280" y="32004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269480" y="32004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434840" y="3447288"/>
            <a:ext cx="3264568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99408" y="3447288"/>
            <a:ext cx="118712" cy="182880"/>
          </a:xfrm>
          <a:prstGeom prst="roundRect">
            <a:avLst>
              <a:gd name="adj" fmla="val 3851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34840" y="367588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0" y="3675888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269480" y="367588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434840" y="3922776"/>
            <a:ext cx="3149476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84316" y="3922776"/>
            <a:ext cx="233804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34840" y="4151376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0" y="4151376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269480" y="4151376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434840" y="4398264"/>
            <a:ext cx="3077845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12685" y="4398264"/>
            <a:ext cx="305435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4626864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0" y="4626864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215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269480" y="4626864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434840" y="4873752"/>
            <a:ext cx="3005612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40452" y="4873752"/>
            <a:ext cx="377668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434840" y="5193792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🚧 58 tests blocked (supplier errors / known bugs / require review) — converted, but cannot run yet; shown in orange above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434840" y="5742432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636008" y="5696712"/>
            <a:ext cx="1115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&amp; running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806440" y="5742432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007608" y="5696712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046720" y="1234440"/>
            <a:ext cx="3794760" cy="5212080"/>
          </a:xfrm>
          <a:prstGeom prst="roundRect">
            <a:avLst>
              <a:gd name="adj" fmla="val 241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229600" y="1325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Stability Run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8229600" y="169164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migrated tests, with new tests continuously being added to grow coverage. Passing rate depends on supplier availability, environment speed, and administration — reviewed regularly to stay reliable.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229600" y="2331720"/>
            <a:ext cx="34290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321040" y="2377440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776</a:t>
            </a:r>
            <a:endParaRPr lang="en-US" sz="2200" dirty="0"/>
          </a:p>
        </p:txBody>
      </p:sp>
      <p:sp>
        <p:nvSpPr>
          <p:cNvPr id="44" name="Text 41"/>
          <p:cNvSpPr/>
          <p:nvPr/>
        </p:nvSpPr>
        <p:spPr>
          <a:xfrm>
            <a:off x="9875520" y="2377440"/>
            <a:ext cx="1691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running daily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8229600" y="2990088"/>
            <a:ext cx="34290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8321040" y="3035808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200" dirty="0"/>
          </a:p>
        </p:txBody>
      </p:sp>
      <p:sp>
        <p:nvSpPr>
          <p:cNvPr id="47" name="Text 44"/>
          <p:cNvSpPr/>
          <p:nvPr/>
        </p:nvSpPr>
        <p:spPr>
          <a:xfrm>
            <a:off x="9875520" y="3035808"/>
            <a:ext cx="1691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passing rate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229600" y="3648456"/>
            <a:ext cx="34290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8321040" y="3694176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5h</a:t>
            </a:r>
            <a:endParaRPr lang="en-US" sz="2200" dirty="0"/>
          </a:p>
        </p:txBody>
      </p:sp>
      <p:sp>
        <p:nvSpPr>
          <p:cNvPr id="50" name="Text 47"/>
          <p:cNvSpPr/>
          <p:nvPr/>
        </p:nvSpPr>
        <p:spPr>
          <a:xfrm>
            <a:off x="9875520" y="3694176"/>
            <a:ext cx="1691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total duration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8229600" y="4315968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Why the run is taking longer. </a:t>
            </a:r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now run 1-2 tests at a time instead of 4, so the full run needs more time to finish. Running more at once was making the tests unstable, so for now we prefer a slower run we can trust.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229600" y="491947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229600" y="5212080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9372600" y="5257800"/>
            <a:ext cx="173736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372600" y="5257800"/>
            <a:ext cx="678376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1155680" y="5212080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303</a:t>
            </a:r>
            <a:endParaRPr lang="en-US" sz="1100" dirty="0"/>
          </a:p>
        </p:txBody>
      </p:sp>
      <p:sp>
        <p:nvSpPr>
          <p:cNvPr id="57" name="Text 54"/>
          <p:cNvSpPr/>
          <p:nvPr/>
        </p:nvSpPr>
        <p:spPr>
          <a:xfrm>
            <a:off x="8229600" y="5513832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9372600" y="5559552"/>
            <a:ext cx="173736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9372600" y="5559552"/>
            <a:ext cx="266425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11155680" y="551383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8229600" y="5815584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9372600" y="5861304"/>
            <a:ext cx="173736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372600" y="5861304"/>
            <a:ext cx="347024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11155680" y="5815584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1100" dirty="0"/>
          </a:p>
        </p:txBody>
      </p:sp>
      <p:sp>
        <p:nvSpPr>
          <p:cNvPr id="65" name="Text 62"/>
          <p:cNvSpPr/>
          <p:nvPr/>
        </p:nvSpPr>
        <p:spPr>
          <a:xfrm>
            <a:off x="8229600" y="6117336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9372600" y="6163056"/>
            <a:ext cx="173736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9372600" y="6163056"/>
            <a:ext cx="445534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11155680" y="6117336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</a:t>
            </a:r>
            <a:endParaRPr lang="en-US" sz="1100" dirty="0"/>
          </a:p>
        </p:txBody>
      </p:sp>
      <p:sp>
        <p:nvSpPr>
          <p:cNvPr id="69" name="Text 66"/>
          <p:cNvSpPr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build confidence — validate stability, analyze results, expand coverage.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Migration Progress</dc:title>
  <dc:subject>PptxGenJS Presentation</dc:subject>
  <dc:creator>PptxGenJS</dc:creator>
  <cp:lastModifiedBy>PptxGenJS</cp:lastModifiedBy>
  <cp:revision>1</cp:revision>
  <dcterms:created xsi:type="dcterms:W3CDTF">2026-08-28T16:35:11Z</dcterms:created>
  <dcterms:modified xsi:type="dcterms:W3CDTF">2026-08-28T16:35:11Z</dcterms:modified>
</cp:coreProperties>
</file>