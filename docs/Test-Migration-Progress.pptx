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  •  Executive snapshot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Playwright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over selectors &amp; waits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behavior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debugging (logs, traces, screenshots)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(DSL + POM)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CI/CD + Git workflows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1363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3483864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 definitions.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 / 740 tests migrated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34840" y="2926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34840" y="32918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15000" y="32918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119/119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269480" y="3291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3538728"/>
            <a:ext cx="3383280" cy="201168"/>
          </a:xfrm>
          <a:prstGeom prst="roundRect">
            <a:avLst>
              <a:gd name="adj" fmla="val 2272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3538728"/>
            <a:ext cx="338328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3794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15000" y="37947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166/255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269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434840" y="4041648"/>
            <a:ext cx="3383280" cy="201168"/>
          </a:xfrm>
          <a:prstGeom prst="roundRect">
            <a:avLst>
              <a:gd name="adj" fmla="val 2272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34840" y="4041648"/>
            <a:ext cx="2199132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4297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15000" y="42976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9/148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9480" y="4297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34840" y="4544568"/>
            <a:ext cx="3383280" cy="201168"/>
          </a:xfrm>
          <a:prstGeom prst="roundRect">
            <a:avLst>
              <a:gd name="adj" fmla="val 2272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34840" y="4544568"/>
            <a:ext cx="202997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4800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15000" y="48006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2/218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26948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34840" y="5047488"/>
            <a:ext cx="3383280" cy="201168"/>
          </a:xfrm>
          <a:prstGeom prst="roundRect">
            <a:avLst>
              <a:gd name="adj" fmla="val 2272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34840" y="5047488"/>
            <a:ext cx="45720" cy="201168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5394960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36008" y="5349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577840" y="5394960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79008" y="5349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20840" y="5394960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22008" y="53492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229600" y="16276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non-booking flows • Growing daily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0" y="201168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1040" y="20574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9875520" y="20574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278892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2104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86.52%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9875520" y="283464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229600" y="35661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21040" y="36118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min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9875520" y="361188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229600" y="44348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229600" y="4754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098280" y="480060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098280" y="4800600"/>
            <a:ext cx="1075025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155680" y="475488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29600" y="510235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98280" y="514807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98280" y="5148072"/>
            <a:ext cx="819573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1155680" y="510235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229600" y="544982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098280" y="549554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098280" y="5495544"/>
            <a:ext cx="95794" cy="164592"/>
          </a:xfrm>
          <a:prstGeom prst="roundRect">
            <a:avLst>
              <a:gd name="adj" fmla="val 3818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155680" y="544982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229600" y="579729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098280" y="584301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098280" y="5843016"/>
            <a:ext cx="45720" cy="164592"/>
          </a:xfrm>
          <a:prstGeom prst="roundRect">
            <a:avLst>
              <a:gd name="adj" fmla="val 8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1155680" y="579729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2026-05-06T07:02:26Z</dcterms:created>
  <dcterms:modified xsi:type="dcterms:W3CDTF">2026-05-06T07:02:26Z</dcterms:modified>
</cp:coreProperties>
</file>