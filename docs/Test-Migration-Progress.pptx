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  <c:pt idx="6">
                    <c:v>15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  <c:pt idx="6">
                  <c:v>86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610 / 712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2004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27143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6276" y="3447288"/>
            <a:ext cx="111844" cy="182880"/>
          </a:xfrm>
          <a:prstGeom prst="roundRect">
            <a:avLst>
              <a:gd name="adj" fmla="val 408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0" y="367588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050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85120" y="3922776"/>
            <a:ext cx="33300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0" y="415137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105156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2686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2899954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34794" y="4873752"/>
            <a:ext cx="483326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56 tests blocked (supplier errors / known bugs / require review) — converted, but cannot run yet; shown in orange above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696712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&amp; running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8064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07608" y="5696712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675120" y="574243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876288" y="5696712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migrated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31720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3774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3774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2990088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03580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035808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648456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69417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694176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3159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Why the run is taking longer. </a:t>
            </a:r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run 2 tests at a time instead of 4, so the full run needs more time to finish. Running more at once was making the tests unstable, so for now we prefer a slower run we can trust.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8229600" y="4919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229600" y="52120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9098280" y="525780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8280" y="5257800"/>
            <a:ext cx="868032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1155680" y="52120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8229600" y="55138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9098280" y="555955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098280" y="5559552"/>
            <a:ext cx="354816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1155680" y="55138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8229600" y="5815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9098280" y="58613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098280" y="5861304"/>
            <a:ext cx="180576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1155680" y="58155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100" dirty="0"/>
          </a:p>
        </p:txBody>
      </p:sp>
      <p:sp>
        <p:nvSpPr>
          <p:cNvPr id="67" name="Text 64"/>
          <p:cNvSpPr/>
          <p:nvPr/>
        </p:nvSpPr>
        <p:spPr>
          <a:xfrm>
            <a:off x="8229600" y="611733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9098280" y="616305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098280" y="6163056"/>
            <a:ext cx="608256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1155680" y="611733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2026-07-31T13:31:25Z</dcterms:created>
  <dcterms:modified xsi:type="dcterms:W3CDTF">2026-07-31T13:31:25Z</dcterms:modified>
</cp:coreProperties>
</file>