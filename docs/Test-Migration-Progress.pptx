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Migration %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Sprint 9</c:v>
                  </c:pt>
                  <c:pt idx="1">
                    <c:v>Sprint 10</c:v>
                  </c:pt>
                  <c:pt idx="2">
                    <c:v>Sprint 11</c:v>
                  </c:pt>
                  <c:pt idx="3">
                    <c:v>Sprint 12</c:v>
                  </c:pt>
                  <c:pt idx="4">
                    <c:v>Sprint 13</c:v>
                  </c:pt>
                  <c:pt idx="5">
                    <c:v>Sprint 14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45</c:v>
                </c:pt>
                <c:pt idx="1">
                  <c:v>53</c:v>
                </c:pt>
                <c:pt idx="2">
                  <c:v>63</c:v>
                </c:pt>
                <c:pt idx="3">
                  <c:v>63</c:v>
                </c:pt>
                <c:pt idx="4">
                  <c:v>68</c:v>
                </c:pt>
                <c:pt idx="5">
                  <c:v>74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E5E7EB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Migration Progress: Testim.io → Playwright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713232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OBT tests only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14300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2344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accelerating migration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81912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all OBT pages &amp; main UI elements.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Testim → Playwright.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adapts output to our project format.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step definitions.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295351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Progress per Sprint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65760" y="3227832"/>
          <a:ext cx="38404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434840" y="1234440"/>
            <a:ext cx="3383280" cy="1554480"/>
          </a:xfrm>
          <a:prstGeom prst="roundRect">
            <a:avLst>
              <a:gd name="adj" fmla="val 5882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34840" y="12984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Migration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434840" y="155448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</a:t>
            </a:r>
            <a:endParaRPr lang="en-US" sz="6400" dirty="0"/>
          </a:p>
        </p:txBody>
      </p:sp>
      <p:sp>
        <p:nvSpPr>
          <p:cNvPr id="12" name="Text 9"/>
          <p:cNvSpPr/>
          <p:nvPr/>
        </p:nvSpPr>
        <p:spPr>
          <a:xfrm>
            <a:off x="4434840" y="24231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550 / 739 tests migrated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434840" y="28346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Breakdown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434840" y="32004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715000" y="32004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121/133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269480" y="32004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434840" y="3447288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434840" y="3447288"/>
            <a:ext cx="3078785" cy="18288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34840" y="367588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715000" y="367588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254/254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269480" y="3675888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434840" y="3922776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34840" y="3922776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34840" y="4151376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715000" y="415137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22/148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269480" y="4151376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434840" y="4398264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34840" y="4398264"/>
            <a:ext cx="507492" cy="18288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4626864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715000" y="4626864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153/204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269480" y="4626864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434840" y="4873752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434840" y="4873752"/>
            <a:ext cx="2537460" cy="18288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434840" y="5193792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🚧 42 tests blocked (supplier errors / known bugs / require review)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4434840" y="5559552"/>
            <a:ext cx="16459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636008" y="55138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5577840" y="5559552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779008" y="55138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6720840" y="5559552"/>
            <a:ext cx="164592" cy="16459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922008" y="55138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started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8046720" y="1234440"/>
            <a:ext cx="3794760" cy="5212080"/>
          </a:xfrm>
          <a:prstGeom prst="roundRect">
            <a:avLst>
              <a:gd name="adj" fmla="val 241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229600" y="1325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Stability Run</a:t>
            </a:r>
            <a:endParaRPr lang="en-US" sz="1400" dirty="0"/>
          </a:p>
        </p:txBody>
      </p:sp>
      <p:sp>
        <p:nvSpPr>
          <p:cNvPr id="43" name="Text 40"/>
          <p:cNvSpPr/>
          <p:nvPr/>
        </p:nvSpPr>
        <p:spPr>
          <a:xfrm>
            <a:off x="8229600" y="18288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rate depends on supplier availability, environment speed, and administration — reviewed regularly to stay reliable and grow coverage.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8229600" y="237744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321040" y="242316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455</a:t>
            </a:r>
            <a:endParaRPr lang="en-US" sz="2200" dirty="0"/>
          </a:p>
        </p:txBody>
      </p:sp>
      <p:sp>
        <p:nvSpPr>
          <p:cNvPr id="46" name="Text 43"/>
          <p:cNvSpPr/>
          <p:nvPr/>
        </p:nvSpPr>
        <p:spPr>
          <a:xfrm>
            <a:off x="9875520" y="2423160"/>
            <a:ext cx="1691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running daily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8229600" y="310896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321040" y="31546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2200" dirty="0"/>
          </a:p>
        </p:txBody>
      </p:sp>
      <p:sp>
        <p:nvSpPr>
          <p:cNvPr id="49" name="Text 46"/>
          <p:cNvSpPr/>
          <p:nvPr/>
        </p:nvSpPr>
        <p:spPr>
          <a:xfrm>
            <a:off x="9875520" y="3154680"/>
            <a:ext cx="1691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passing rate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8229600" y="384048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321040" y="38862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1h20min</a:t>
            </a:r>
            <a:endParaRPr lang="en-US" sz="2200" dirty="0"/>
          </a:p>
        </p:txBody>
      </p:sp>
      <p:sp>
        <p:nvSpPr>
          <p:cNvPr id="52" name="Text 49"/>
          <p:cNvSpPr/>
          <p:nvPr/>
        </p:nvSpPr>
        <p:spPr>
          <a:xfrm>
            <a:off x="9875520" y="3886200"/>
            <a:ext cx="1691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total duration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8229600" y="45720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229600" y="489204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9098280" y="4937760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098280" y="4937760"/>
            <a:ext cx="1224693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11155680" y="4892040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277</a:t>
            </a:r>
            <a:endParaRPr lang="en-US" sz="1100" dirty="0"/>
          </a:p>
        </p:txBody>
      </p:sp>
      <p:sp>
        <p:nvSpPr>
          <p:cNvPr id="58" name="Text 55"/>
          <p:cNvSpPr/>
          <p:nvPr/>
        </p:nvSpPr>
        <p:spPr>
          <a:xfrm>
            <a:off x="8229600" y="523951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9098280" y="5285232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098280" y="5285232"/>
            <a:ext cx="486340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11155680" y="523951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</a:t>
            </a:r>
            <a:endParaRPr lang="en-US" sz="1100" dirty="0"/>
          </a:p>
        </p:txBody>
      </p:sp>
      <p:sp>
        <p:nvSpPr>
          <p:cNvPr id="62" name="Text 59"/>
          <p:cNvSpPr/>
          <p:nvPr/>
        </p:nvSpPr>
        <p:spPr>
          <a:xfrm>
            <a:off x="8229600" y="558698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100" dirty="0"/>
          </a:p>
        </p:txBody>
      </p:sp>
      <p:sp>
        <p:nvSpPr>
          <p:cNvPr id="63" name="Shape 60"/>
          <p:cNvSpPr/>
          <p:nvPr/>
        </p:nvSpPr>
        <p:spPr>
          <a:xfrm>
            <a:off x="9098280" y="5632704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9098280" y="5632704"/>
            <a:ext cx="132638" cy="164592"/>
          </a:xfrm>
          <a:prstGeom prst="roundRect">
            <a:avLst>
              <a:gd name="adj" fmla="val 2757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11155680" y="5586984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66" name="Text 63"/>
          <p:cNvSpPr/>
          <p:nvPr/>
        </p:nvSpPr>
        <p:spPr>
          <a:xfrm>
            <a:off x="8229600" y="59344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100" dirty="0"/>
          </a:p>
        </p:txBody>
      </p:sp>
      <p:sp>
        <p:nvSpPr>
          <p:cNvPr id="67" name="Shape 64"/>
          <p:cNvSpPr/>
          <p:nvPr/>
        </p:nvSpPr>
        <p:spPr>
          <a:xfrm>
            <a:off x="9098280" y="5980176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9098280" y="5980176"/>
            <a:ext cx="168008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11155680" y="5934456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100" dirty="0"/>
          </a:p>
        </p:txBody>
      </p:sp>
      <p:sp>
        <p:nvSpPr>
          <p:cNvPr id="70" name="Text 67"/>
          <p:cNvSpPr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build confidence — validate stability, analyze results, expand coverage.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Migration Progress</dc:title>
  <dc:subject>PptxGenJS Presentation</dc:subject>
  <dc:creator>PptxGenJS</dc:creator>
  <cp:lastModifiedBy>PptxGenJS</cp:lastModifiedBy>
  <cp:revision>1</cp:revision>
  <dcterms:created xsi:type="dcterms:W3CDTF">2026-07-17T12:39:09Z</dcterms:created>
  <dcterms:modified xsi:type="dcterms:W3CDTF">2026-07-17T12:39:09Z</dcterms:modified>
</cp:coreProperties>
</file>