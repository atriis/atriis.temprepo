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Migration %</c:v>
                </c:pt>
              </c:strCache>
            </c:strRef>
          </c:tx>
          <c:spPr>
            <a:solidFill>
              <a:srgbClr val="10B981"/>
            </a:solidFill>
            <a:ln w="254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9</c:v>
                  </c:pt>
                  <c:pt idx="1">
                    <c:v>10</c:v>
                  </c:pt>
                  <c:pt idx="2">
                    <c:v>11</c:v>
                  </c:pt>
                  <c:pt idx="3">
                    <c:v>12</c:v>
                  </c:pt>
                  <c:pt idx="4">
                    <c:v>13</c:v>
                  </c:pt>
                  <c:pt idx="5">
                    <c:v>14</c:v>
                  </c:pt>
                  <c:pt idx="6">
                    <c:v>15</c:v>
                  </c:pt>
                  <c:pt idx="7">
                    <c:v>16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45</c:v>
                </c:pt>
                <c:pt idx="1">
                  <c:v>53</c:v>
                </c:pt>
                <c:pt idx="2">
                  <c:v>63</c:v>
                </c:pt>
                <c:pt idx="3">
                  <c:v>63</c:v>
                </c:pt>
                <c:pt idx="4">
                  <c:v>68</c:v>
                </c:pt>
                <c:pt idx="5">
                  <c:v>74</c:v>
                </c:pt>
                <c:pt idx="6">
                  <c:v>86</c:v>
                </c:pt>
                <c:pt idx="7">
                  <c:v>94</c:v>
                </c:pt>
              </c:numCache>
            </c:numRef>
          </c:val>
          <c:smooth val="0"/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E5E7EB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Migration Progress: Testim.io → Playwright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OBT tests only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1430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accelerating migration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581912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all OBT pages &amp; main UI elements.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Testim → Playwright.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output to our project format.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steps.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9535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Progress per Sprint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3227832"/>
          <a:ext cx="38404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4434840" y="123444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34840" y="12984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Migration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34840" y="155448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6400" dirty="0"/>
          </a:p>
        </p:txBody>
      </p:sp>
      <p:sp>
        <p:nvSpPr>
          <p:cNvPr id="12" name="Text 9"/>
          <p:cNvSpPr/>
          <p:nvPr/>
        </p:nvSpPr>
        <p:spPr>
          <a:xfrm>
            <a:off x="4434840" y="2423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672 / 712 tests migrated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434840" y="2834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Breakdown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434840" y="32004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669280" y="32004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269480" y="3200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434840" y="3447288"/>
            <a:ext cx="3271436" cy="18288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06276" y="3447288"/>
            <a:ext cx="111844" cy="182880"/>
          </a:xfrm>
          <a:prstGeom prst="roundRect">
            <a:avLst>
              <a:gd name="adj" fmla="val 4087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34840" y="367588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669280" y="367588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229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269480" y="36758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434840" y="3922776"/>
            <a:ext cx="3050280" cy="18288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85120" y="3922776"/>
            <a:ext cx="333000" cy="18288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434840" y="415137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669280" y="4151376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269480" y="4151376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434840" y="4398264"/>
            <a:ext cx="3383280" cy="18288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34840" y="4398264"/>
            <a:ext cx="2423160" cy="18288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858000" y="4398264"/>
            <a:ext cx="45720" cy="182880"/>
          </a:xfrm>
          <a:prstGeom prst="roundRect">
            <a:avLst>
              <a:gd name="adj" fmla="val 10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434840" y="462686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669280" y="4626864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269480" y="4626864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434840" y="4873752"/>
            <a:ext cx="2935756" cy="18288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370596" y="4873752"/>
            <a:ext cx="447524" cy="18288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434840" y="519379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56 tests blocked (supplier errors / known bugs / require review) — converted, but cannot run yet; shown in orange above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434840" y="5742432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636008" y="5696712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&amp; running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806440" y="5742432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007608" y="5696712"/>
            <a:ext cx="612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675120" y="5742432"/>
            <a:ext cx="164592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76288" y="5696712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migrated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8046720" y="1234440"/>
            <a:ext cx="3794760" cy="5212080"/>
          </a:xfrm>
          <a:prstGeom prst="roundRect">
            <a:avLst>
              <a:gd name="adj" fmla="val 241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229600" y="1325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Stability Run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8229600" y="169164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migrated tests, with new tests continuously being added to grow coverage. Passing rate depends on supplier availability, environment speed, and administration — reviewed regularly to stay reliable.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8229600" y="2331720"/>
            <a:ext cx="34290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321040" y="237744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702</a:t>
            </a:r>
            <a:endParaRPr lang="en-US" sz="2200" dirty="0"/>
          </a:p>
        </p:txBody>
      </p:sp>
      <p:sp>
        <p:nvSpPr>
          <p:cNvPr id="47" name="Text 44"/>
          <p:cNvSpPr/>
          <p:nvPr/>
        </p:nvSpPr>
        <p:spPr>
          <a:xfrm>
            <a:off x="9875520" y="2377440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running daily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8229600" y="2990088"/>
            <a:ext cx="34290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321040" y="3035808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2200" dirty="0"/>
          </a:p>
        </p:txBody>
      </p:sp>
      <p:sp>
        <p:nvSpPr>
          <p:cNvPr id="50" name="Text 47"/>
          <p:cNvSpPr/>
          <p:nvPr/>
        </p:nvSpPr>
        <p:spPr>
          <a:xfrm>
            <a:off x="9875520" y="3035808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passing rate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229600" y="3648456"/>
            <a:ext cx="34290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321040" y="3694176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</a:t>
            </a:r>
            <a:endParaRPr lang="en-US" sz="2200" dirty="0"/>
          </a:p>
        </p:txBody>
      </p:sp>
      <p:sp>
        <p:nvSpPr>
          <p:cNvPr id="53" name="Text 50"/>
          <p:cNvSpPr/>
          <p:nvPr/>
        </p:nvSpPr>
        <p:spPr>
          <a:xfrm>
            <a:off x="9875520" y="3694176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total duration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8229600" y="4315968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Why the run is taking longer. </a:t>
            </a:r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now run 2 tests at a time instead of 4, so the full run needs more time to finish. Running more at once was making the tests unstable, so for now we prefer a slower run we can trust.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8229600" y="49194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8229600" y="52120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9098280" y="5257800"/>
            <a:ext cx="2011680" cy="164592"/>
          </a:xfrm>
          <a:prstGeom prst="roundRect">
            <a:avLst>
              <a:gd name="adj" fmla="val 2222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9098280" y="5257800"/>
            <a:ext cx="813842" cy="164592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1155680" y="521208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8229600" y="55138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9098280" y="5559552"/>
            <a:ext cx="2011680" cy="164592"/>
          </a:xfrm>
          <a:prstGeom prst="roundRect">
            <a:avLst>
              <a:gd name="adj" fmla="val 2222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9098280" y="5559552"/>
            <a:ext cx="329549" cy="164592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1155680" y="551383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1100" dirty="0"/>
          </a:p>
        </p:txBody>
      </p:sp>
      <p:sp>
        <p:nvSpPr>
          <p:cNvPr id="64" name="Text 61"/>
          <p:cNvSpPr/>
          <p:nvPr/>
        </p:nvSpPr>
        <p:spPr>
          <a:xfrm>
            <a:off x="8229600" y="581558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9098280" y="5861304"/>
            <a:ext cx="2011680" cy="164592"/>
          </a:xfrm>
          <a:prstGeom prst="roundRect">
            <a:avLst>
              <a:gd name="adj" fmla="val 2222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9098280" y="5861304"/>
            <a:ext cx="320952" cy="164592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1155680" y="581558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8229600" y="611733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9098280" y="6163056"/>
            <a:ext cx="2011680" cy="164592"/>
          </a:xfrm>
          <a:prstGeom prst="roundRect">
            <a:avLst>
              <a:gd name="adj" fmla="val 2222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9098280" y="6163056"/>
            <a:ext cx="547337" cy="164592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1155680" y="611733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</a:t>
            </a:r>
            <a:endParaRPr lang="en-US" sz="1100" dirty="0"/>
          </a:p>
        </p:txBody>
      </p:sp>
      <p:sp>
        <p:nvSpPr>
          <p:cNvPr id="72" name="Text 69"/>
          <p:cNvSpPr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confidence — validate stability, analyze results, expand coverage.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Migration Progress</dc:title>
  <dc:subject>PptxGenJS Presentation</dc:subject>
  <dc:creator>PptxGenJS</dc:creator>
  <cp:lastModifiedBy>PptxGenJS</cp:lastModifiedBy>
  <cp:revision>1</cp:revision>
  <dcterms:created xsi:type="dcterms:W3CDTF">2026-08-14T13:56:01Z</dcterms:created>
  <dcterms:modified xsi:type="dcterms:W3CDTF">2026-08-14T13:56:01Z</dcterms:modified>
</cp:coreProperties>
</file>