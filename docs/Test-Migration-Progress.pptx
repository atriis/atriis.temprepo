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Migration %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9</c:v>
                  </c:pt>
                  <c:pt idx="1">
                    <c:v>10</c:v>
                  </c:pt>
                  <c:pt idx="2">
                    <c:v>11</c:v>
                  </c:pt>
                  <c:pt idx="3">
                    <c:v>12</c:v>
                  </c:pt>
                  <c:pt idx="4">
                    <c:v>13</c:v>
                  </c:pt>
                  <c:pt idx="5">
                    <c:v>14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</c:v>
                </c:pt>
                <c:pt idx="1">
                  <c:v>53</c:v>
                </c:pt>
                <c:pt idx="2">
                  <c:v>63</c:v>
                </c:pt>
                <c:pt idx="3">
                  <c:v>63</c:v>
                </c:pt>
                <c:pt idx="4">
                  <c:v>68</c:v>
                </c:pt>
                <c:pt idx="5">
                  <c:v>74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Migration Progress: Testim.io → Playwright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OBT tests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accelerating migration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8191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all OBT pages &amp; main UI elements.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Testim → Playwright.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output to our project format.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step definitions.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29535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Progress per Sprint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65760" y="3227832"/>
          <a:ext cx="38404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434840" y="1234440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Migration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34840" y="15544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434840" y="2423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550 / 739 tests migrated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Breakdown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34840" y="3200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715000" y="32004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121/133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269480" y="32004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34840" y="3447288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34840" y="3447288"/>
            <a:ext cx="3078785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367588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0" y="367588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254/254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269480" y="367588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34840" y="3922776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34840" y="3922776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34840" y="4151376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715000" y="415137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22/148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269480" y="415137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434840" y="4398264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4840" y="4398264"/>
            <a:ext cx="507492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4626864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715000" y="4626864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153/204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269480" y="46268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434840" y="4873752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34840" y="4873752"/>
            <a:ext cx="2537460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434840" y="519379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42 tests blocked (supplier errors / known bugs / require review) — not included in the overall migration count above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434840" y="5742432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36008" y="569671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577840" y="574243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79008" y="569671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720840" y="5742432"/>
            <a:ext cx="164592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922008" y="569671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8046720" y="1234440"/>
            <a:ext cx="3794760" cy="5212080"/>
          </a:xfrm>
          <a:prstGeom prst="roundRect">
            <a:avLst>
              <a:gd name="adj" fmla="val 241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0" y="1325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Stability Run</a:t>
            </a:r>
            <a:endParaRPr lang="en-US" sz="1400" dirty="0"/>
          </a:p>
        </p:txBody>
      </p:sp>
      <p:sp>
        <p:nvSpPr>
          <p:cNvPr id="43" name="Text 40"/>
          <p:cNvSpPr/>
          <p:nvPr/>
        </p:nvSpPr>
        <p:spPr>
          <a:xfrm>
            <a:off x="8229600" y="169164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migrated tests, with new tests continuously being added to grow coverage. Passing rate depends on supplier availability, environment speed, and administration — reviewed regularly to stay reliable.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229600" y="237744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321040" y="24231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555</a:t>
            </a:r>
            <a:endParaRPr lang="en-US" sz="2200" dirty="0"/>
          </a:p>
        </p:txBody>
      </p:sp>
      <p:sp>
        <p:nvSpPr>
          <p:cNvPr id="46" name="Text 43"/>
          <p:cNvSpPr/>
          <p:nvPr/>
        </p:nvSpPr>
        <p:spPr>
          <a:xfrm>
            <a:off x="9875520" y="242316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229600" y="3108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321040" y="31546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200" dirty="0"/>
          </a:p>
        </p:txBody>
      </p:sp>
      <p:sp>
        <p:nvSpPr>
          <p:cNvPr id="49" name="Text 46"/>
          <p:cNvSpPr/>
          <p:nvPr/>
        </p:nvSpPr>
        <p:spPr>
          <a:xfrm>
            <a:off x="9875520" y="315468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passing rate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229600" y="384048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321040" y="38862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1h20min</a:t>
            </a:r>
            <a:endParaRPr lang="en-US" sz="2200" dirty="0"/>
          </a:p>
        </p:txBody>
      </p:sp>
      <p:sp>
        <p:nvSpPr>
          <p:cNvPr id="52" name="Text 49"/>
          <p:cNvSpPr/>
          <p:nvPr/>
        </p:nvSpPr>
        <p:spPr>
          <a:xfrm>
            <a:off x="9875520" y="388620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8229600" y="45720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229600" y="48920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9098280" y="4937760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098280" y="4937760"/>
            <a:ext cx="978655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1155680" y="4892040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8229600" y="523951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9098280" y="5285232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8280" y="5285232"/>
            <a:ext cx="395087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11155680" y="523951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1100" dirty="0"/>
          </a:p>
        </p:txBody>
      </p:sp>
      <p:sp>
        <p:nvSpPr>
          <p:cNvPr id="62" name="Text 59"/>
          <p:cNvSpPr/>
          <p:nvPr/>
        </p:nvSpPr>
        <p:spPr>
          <a:xfrm>
            <a:off x="8229600" y="55869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9098280" y="5632704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098280" y="5632704"/>
            <a:ext cx="94241" cy="164592"/>
          </a:xfrm>
          <a:prstGeom prst="roundRect">
            <a:avLst>
              <a:gd name="adj" fmla="val 3881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1155680" y="558698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66" name="Text 63"/>
          <p:cNvSpPr/>
          <p:nvPr/>
        </p:nvSpPr>
        <p:spPr>
          <a:xfrm>
            <a:off x="8229600" y="59344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9098280" y="5980176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098280" y="5980176"/>
            <a:ext cx="543697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11155680" y="5934456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analyze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Migration Progress</dc:title>
  <dc:subject>PptxGenJS Presentation</dc:subject>
  <dc:creator>PptxGenJS</dc:creator>
  <cp:lastModifiedBy>PptxGenJS</cp:lastModifiedBy>
  <cp:revision>1</cp:revision>
  <dcterms:created xsi:type="dcterms:W3CDTF">2026-07-17T13:27:29Z</dcterms:created>
  <dcterms:modified xsi:type="dcterms:W3CDTF">2026-07-17T13:27:29Z</dcterms:modified>
</cp:coreProperties>
</file>